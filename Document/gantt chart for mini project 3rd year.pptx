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9FC5-A382-E3CF-F962-AAD9814A1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37328-AB7D-49A9-36F6-1D40B03DE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7950E-50B8-0BE7-3D0A-975A6D2B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E31A9-B22F-36A8-626D-2BB7FFBC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EC60F-D014-6DBF-1873-C33FC8D8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230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6A9E-8FD5-04F8-20C5-870DFB75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C90E-09F0-A78B-C3C9-F5EFCE01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13332-3A37-6C13-02F5-27223DBE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E1DF7-B38A-FA61-7DCF-799CFE01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4658-F421-DAFA-7553-27BC623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4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4E3C-72B0-DE1F-6B37-D510EF7A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9E81E-E57F-369C-6515-4F1FA450D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80B29-AC24-6ABC-AC3C-59A6B443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723F-2811-0853-A208-BEE0D413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6F8D6-426F-61CB-5184-81208FA9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B274-DE91-F226-3760-0047F6FF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3969-BB92-D126-5898-3F310C014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C3F22-1EE5-05C1-8B94-543971140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63EF2-3640-353D-DA58-B06614B7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98361-B5EA-96D1-804B-6AF201BE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AF94B-2F24-5701-CB90-CA78DB5F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0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16F-813A-1126-361A-E774BD7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9CC23-A809-C08F-4F8D-0A2A6D52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D601B-7F16-5617-EF7D-E6374DEC5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3E92E-D0A5-B7A5-54D4-A8755DF54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C7B1F-E4DC-5E3F-CA15-BEBB090DC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69AAB-0535-C8D5-A107-9CDFEEBD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81728-5540-ED97-25CC-50B113CA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0F325-B016-E99E-472F-6DF1CE26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79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3EF1-4AC5-4046-444A-EE8927B8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9759B-A515-4EE8-8121-4248FBC6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27014-5A71-8A69-A75F-2F3C502C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0FF14-EDEA-A8EA-8E9C-0BBB35AD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72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2C08C-DA25-0848-7EF1-AA75DD23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A646E-894C-C3DA-71D6-0B830C52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EADCB-2A22-D74D-FA62-43F3B618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5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D240-D487-6A3C-004F-5B5D4E52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CA32-0235-1193-A673-A9133ACF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11731-4CE8-A8BE-6395-991B8A93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14AFB-9A49-28CD-D1CD-FD30D6F5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7EE73-3AC2-4510-D909-DCD58287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568CA-AAE4-C427-28DC-DE5A2008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30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38F7-3542-F2F3-4FA3-A3B27896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3C88F7-388E-49B5-A161-13F519B76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29067-5E11-BA64-2C74-1DCFEE2F0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D4B8C-5413-90AA-2AE8-43842D31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EFEBC-04F2-4121-2708-EB08880D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32FFE-82A1-BBFB-7DC1-6C881B8D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88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2433-9D17-A919-39BA-D0CA1499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6ECB9-0C8A-8DEF-70A9-624390352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504BB-7C70-A658-EDEF-D6F95760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4D1F5-71A2-B0D2-7AA9-134218A7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35D9-F37C-1C4C-CFB3-BB3EA20B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7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940EAF-3ED9-7C6D-0F68-5693EC76D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A0A4C-64A1-0CA6-9BB2-1B6D923CA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2BC25-2D84-E18D-5403-BED1D8A2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33DCC-33C7-3C18-0E1D-A50201EB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A30AB-96DC-C7B8-9EC5-D1A31585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0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D05B8-BA00-9498-501F-58944EC8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594BA-C533-ABAC-6451-BC749B06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939EA-2123-7A0D-4865-7B7C2746A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D02AC-EC76-4AE3-AD1B-2F11926CCA8E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AA456-7B69-6D81-10FF-1EADE59BA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9C2AF-6A32-F2CF-4A65-06FAC84C5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5CF0B-CA63-46F8-8F4B-58F5DA96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19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FC074C-4D9E-575A-2DE1-6DE60ADC2DEA}"/>
              </a:ext>
            </a:extLst>
          </p:cNvPr>
          <p:cNvCxnSpPr>
            <a:cxnSpLocks/>
          </p:cNvCxnSpPr>
          <p:nvPr/>
        </p:nvCxnSpPr>
        <p:spPr>
          <a:xfrm>
            <a:off x="2916819" y="428262"/>
            <a:ext cx="0" cy="5278055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CF2239-C60D-E54F-6688-8C38186DDB90}"/>
              </a:ext>
            </a:extLst>
          </p:cNvPr>
          <p:cNvCxnSpPr>
            <a:cxnSpLocks/>
          </p:cNvCxnSpPr>
          <p:nvPr/>
        </p:nvCxnSpPr>
        <p:spPr>
          <a:xfrm>
            <a:off x="2916819" y="5694744"/>
            <a:ext cx="8055981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FF3F627-E9D3-EDFD-04F6-5A75CA9387ED}"/>
              </a:ext>
            </a:extLst>
          </p:cNvPr>
          <p:cNvSpPr/>
          <p:nvPr/>
        </p:nvSpPr>
        <p:spPr>
          <a:xfrm flipV="1">
            <a:off x="2916819" y="4942390"/>
            <a:ext cx="1284781" cy="752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57172-02A7-B41F-77C4-E87A053AF2E5}"/>
              </a:ext>
            </a:extLst>
          </p:cNvPr>
          <p:cNvSpPr/>
          <p:nvPr/>
        </p:nvSpPr>
        <p:spPr>
          <a:xfrm flipV="1">
            <a:off x="4190014" y="4185695"/>
            <a:ext cx="1284775" cy="752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DC573A-960C-8B91-EB55-141CDBB196F5}"/>
              </a:ext>
            </a:extLst>
          </p:cNvPr>
          <p:cNvSpPr/>
          <p:nvPr/>
        </p:nvSpPr>
        <p:spPr>
          <a:xfrm flipV="1">
            <a:off x="5474788" y="3426828"/>
            <a:ext cx="1284773" cy="761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C534D2-25E6-14F1-F9A2-B42C8A9E948C}"/>
              </a:ext>
            </a:extLst>
          </p:cNvPr>
          <p:cNvSpPr/>
          <p:nvPr/>
        </p:nvSpPr>
        <p:spPr>
          <a:xfrm flipV="1">
            <a:off x="6759560" y="2667961"/>
            <a:ext cx="1284767" cy="761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19E41B-1034-7847-685C-B46CE66A261C}"/>
              </a:ext>
            </a:extLst>
          </p:cNvPr>
          <p:cNvSpPr txBox="1"/>
          <p:nvPr/>
        </p:nvSpPr>
        <p:spPr>
          <a:xfrm>
            <a:off x="2990428" y="5732760"/>
            <a:ext cx="1273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16Aug – 26Aug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5920C7-D211-05F0-DB44-C666A0BED82F}"/>
              </a:ext>
            </a:extLst>
          </p:cNvPr>
          <p:cNvSpPr txBox="1"/>
          <p:nvPr/>
        </p:nvSpPr>
        <p:spPr>
          <a:xfrm>
            <a:off x="4274395" y="5735258"/>
            <a:ext cx="1116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27Aug – 15Sep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E4DA20-1E18-5396-7EE1-E6653305A939}"/>
              </a:ext>
            </a:extLst>
          </p:cNvPr>
          <p:cNvSpPr txBox="1"/>
          <p:nvPr/>
        </p:nvSpPr>
        <p:spPr>
          <a:xfrm>
            <a:off x="5570389" y="5737236"/>
            <a:ext cx="1093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16Sep – 05Oct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0923E-88E0-2F01-75EA-90F5C835BBB2}"/>
              </a:ext>
            </a:extLst>
          </p:cNvPr>
          <p:cNvSpPr txBox="1"/>
          <p:nvPr/>
        </p:nvSpPr>
        <p:spPr>
          <a:xfrm>
            <a:off x="6801596" y="5743544"/>
            <a:ext cx="1085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06Oct – 21Oct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8579F7-940C-C3EB-67C7-B87B5C2BFD23}"/>
              </a:ext>
            </a:extLst>
          </p:cNvPr>
          <p:cNvSpPr/>
          <p:nvPr/>
        </p:nvSpPr>
        <p:spPr>
          <a:xfrm flipV="1">
            <a:off x="8044326" y="1906923"/>
            <a:ext cx="1085547" cy="761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D546DA-63E8-DA96-1FB7-72B925B3B871}"/>
              </a:ext>
            </a:extLst>
          </p:cNvPr>
          <p:cNvSpPr txBox="1"/>
          <p:nvPr/>
        </p:nvSpPr>
        <p:spPr>
          <a:xfrm>
            <a:off x="8042674" y="5740242"/>
            <a:ext cx="1115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22Oct – 15Nov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70C29D-886E-ABEB-C58C-71DFDCFEB3EC}"/>
              </a:ext>
            </a:extLst>
          </p:cNvPr>
          <p:cNvSpPr/>
          <p:nvPr/>
        </p:nvSpPr>
        <p:spPr>
          <a:xfrm flipV="1">
            <a:off x="9129872" y="1145885"/>
            <a:ext cx="1085539" cy="761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132822-A06C-02FC-FAFE-25795DC992D1}"/>
              </a:ext>
            </a:extLst>
          </p:cNvPr>
          <p:cNvSpPr txBox="1"/>
          <p:nvPr/>
        </p:nvSpPr>
        <p:spPr>
          <a:xfrm>
            <a:off x="9157979" y="5743544"/>
            <a:ext cx="1145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16Nov – 20Nov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A7ACD1-4150-1E6C-C908-A45BD0536E33}"/>
              </a:ext>
            </a:extLst>
          </p:cNvPr>
          <p:cNvCxnSpPr>
            <a:cxnSpLocks/>
          </p:cNvCxnSpPr>
          <p:nvPr/>
        </p:nvCxnSpPr>
        <p:spPr>
          <a:xfrm flipH="1" flipV="1">
            <a:off x="4190015" y="416691"/>
            <a:ext cx="11586" cy="5266481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DC32C5-2385-5892-4C37-58F65EE25853}"/>
              </a:ext>
            </a:extLst>
          </p:cNvPr>
          <p:cNvCxnSpPr>
            <a:cxnSpLocks/>
          </p:cNvCxnSpPr>
          <p:nvPr/>
        </p:nvCxnSpPr>
        <p:spPr>
          <a:xfrm flipV="1">
            <a:off x="5477754" y="428262"/>
            <a:ext cx="0" cy="527805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226D51-7494-784C-9B86-0DF75FF74EC9}"/>
              </a:ext>
            </a:extLst>
          </p:cNvPr>
          <p:cNvCxnSpPr>
            <a:cxnSpLocks/>
          </p:cNvCxnSpPr>
          <p:nvPr/>
        </p:nvCxnSpPr>
        <p:spPr>
          <a:xfrm flipH="1" flipV="1">
            <a:off x="6748487" y="428262"/>
            <a:ext cx="12553" cy="5266481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330ACC-D710-5572-FB5E-9117F7F57F45}"/>
              </a:ext>
            </a:extLst>
          </p:cNvPr>
          <p:cNvCxnSpPr>
            <a:cxnSpLocks/>
          </p:cNvCxnSpPr>
          <p:nvPr/>
        </p:nvCxnSpPr>
        <p:spPr>
          <a:xfrm flipV="1">
            <a:off x="8055901" y="428262"/>
            <a:ext cx="0" cy="527805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2BC785C-AC70-3D3B-66E3-FF802298AB13}"/>
              </a:ext>
            </a:extLst>
          </p:cNvPr>
          <p:cNvCxnSpPr>
            <a:cxnSpLocks/>
          </p:cNvCxnSpPr>
          <p:nvPr/>
        </p:nvCxnSpPr>
        <p:spPr>
          <a:xfrm flipV="1">
            <a:off x="9129872" y="428262"/>
            <a:ext cx="0" cy="527805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46E406-3E9A-DF8B-BA27-C7E7CE4CC934}"/>
              </a:ext>
            </a:extLst>
          </p:cNvPr>
          <p:cNvCxnSpPr>
            <a:cxnSpLocks/>
          </p:cNvCxnSpPr>
          <p:nvPr/>
        </p:nvCxnSpPr>
        <p:spPr>
          <a:xfrm flipV="1">
            <a:off x="10221850" y="428262"/>
            <a:ext cx="0" cy="5266481"/>
          </a:xfrm>
          <a:prstGeom prst="line">
            <a:avLst/>
          </a:prstGeom>
          <a:ln cap="sq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15DE8F0-3FC4-785F-FA77-04A1587201B0}"/>
              </a:ext>
            </a:extLst>
          </p:cNvPr>
          <p:cNvSpPr txBox="1"/>
          <p:nvPr/>
        </p:nvSpPr>
        <p:spPr>
          <a:xfrm>
            <a:off x="6541539" y="6082107"/>
            <a:ext cx="1345611" cy="36933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IN" dirty="0"/>
              <a:t>Timeline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048EA6-8E0D-24AD-B142-4FAA5D3BF173}"/>
              </a:ext>
            </a:extLst>
          </p:cNvPr>
          <p:cNvSpPr txBox="1"/>
          <p:nvPr/>
        </p:nvSpPr>
        <p:spPr>
          <a:xfrm>
            <a:off x="525960" y="5164677"/>
            <a:ext cx="17103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Research ana Design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300481-13FA-66C5-5517-EFF3824BF7BF}"/>
              </a:ext>
            </a:extLst>
          </p:cNvPr>
          <p:cNvSpPr txBox="1"/>
          <p:nvPr/>
        </p:nvSpPr>
        <p:spPr>
          <a:xfrm>
            <a:off x="491257" y="4199384"/>
            <a:ext cx="237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Dataset Preparation and Model Development(Face &amp;Eye Detection)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18C2E5-46D1-1F61-2738-03DA3B169D59}"/>
              </a:ext>
            </a:extLst>
          </p:cNvPr>
          <p:cNvSpPr txBox="1"/>
          <p:nvPr/>
        </p:nvSpPr>
        <p:spPr>
          <a:xfrm>
            <a:off x="493851" y="3462938"/>
            <a:ext cx="2299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Integration and Alert System Development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0BE761-6FED-7410-92F3-CE56CEC69C5A}"/>
              </a:ext>
            </a:extLst>
          </p:cNvPr>
          <p:cNvSpPr txBox="1"/>
          <p:nvPr/>
        </p:nvSpPr>
        <p:spPr>
          <a:xfrm>
            <a:off x="509141" y="2825676"/>
            <a:ext cx="1975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Testing and final Review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93438A-ED72-DDED-8BD6-A86FD7952F1F}"/>
              </a:ext>
            </a:extLst>
          </p:cNvPr>
          <p:cNvSpPr txBox="1"/>
          <p:nvPr/>
        </p:nvSpPr>
        <p:spPr>
          <a:xfrm>
            <a:off x="493851" y="1931143"/>
            <a:ext cx="2315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Application development and code deployment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7D6430-624F-AAE2-63EC-EE69DC8B2CE7}"/>
              </a:ext>
            </a:extLst>
          </p:cNvPr>
          <p:cNvSpPr txBox="1"/>
          <p:nvPr/>
        </p:nvSpPr>
        <p:spPr>
          <a:xfrm>
            <a:off x="509141" y="1181875"/>
            <a:ext cx="2547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Final look, Project Submission and Presentation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2388D8-4324-48C2-9F57-1C1CB55E259B}"/>
              </a:ext>
            </a:extLst>
          </p:cNvPr>
          <p:cNvSpPr txBox="1"/>
          <p:nvPr/>
        </p:nvSpPr>
        <p:spPr>
          <a:xfrm rot="16200000">
            <a:off x="-387065" y="3132223"/>
            <a:ext cx="1297856" cy="369332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IN" dirty="0"/>
              <a:t>Project Task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B84FB0-C539-4A65-135B-94843E200863}"/>
              </a:ext>
            </a:extLst>
          </p:cNvPr>
          <p:cNvSpPr txBox="1"/>
          <p:nvPr/>
        </p:nvSpPr>
        <p:spPr>
          <a:xfrm>
            <a:off x="2872753" y="4470268"/>
            <a:ext cx="711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Aug 2025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8E48AF-CA45-B6F7-8D28-53AA2187BAB2}"/>
              </a:ext>
            </a:extLst>
          </p:cNvPr>
          <p:cNvSpPr txBox="1"/>
          <p:nvPr/>
        </p:nvSpPr>
        <p:spPr>
          <a:xfrm>
            <a:off x="5443514" y="2916631"/>
            <a:ext cx="629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Sep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BDC753-3942-7B85-3EC6-01FD6FC0DD3C}"/>
              </a:ext>
            </a:extLst>
          </p:cNvPr>
          <p:cNvSpPr txBox="1"/>
          <p:nvPr/>
        </p:nvSpPr>
        <p:spPr>
          <a:xfrm>
            <a:off x="6714247" y="2192753"/>
            <a:ext cx="62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Oct 2025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1164B8-74A7-1CF8-B89A-520243AC6E78}"/>
              </a:ext>
            </a:extLst>
          </p:cNvPr>
          <p:cNvSpPr txBox="1"/>
          <p:nvPr/>
        </p:nvSpPr>
        <p:spPr>
          <a:xfrm>
            <a:off x="9070876" y="658655"/>
            <a:ext cx="80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Nov 2025</a:t>
            </a:r>
          </a:p>
        </p:txBody>
      </p:sp>
    </p:spTree>
    <p:extLst>
      <p:ext uri="{BB962C8B-B14F-4D97-AF65-F5344CB8AC3E}">
        <p14:creationId xmlns:p14="http://schemas.microsoft.com/office/powerpoint/2010/main" val="146333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Gupta</dc:creator>
  <cp:lastModifiedBy>Shreya Gupta</cp:lastModifiedBy>
  <cp:revision>1</cp:revision>
  <dcterms:created xsi:type="dcterms:W3CDTF">2025-08-31T16:14:33Z</dcterms:created>
  <dcterms:modified xsi:type="dcterms:W3CDTF">2025-08-31T16:21:08Z</dcterms:modified>
</cp:coreProperties>
</file>